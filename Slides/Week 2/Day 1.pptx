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503" r:id="rId3"/>
    <p:sldId id="501" r:id="rId4"/>
    <p:sldId id="502" r:id="rId5"/>
    <p:sldId id="281" r:id="rId6"/>
  </p:sldIdLst>
  <p:sldSz cx="9144000" cy="5143500" type="screen16x9"/>
  <p:notesSz cx="6858000" cy="9144000"/>
  <p:embeddedFontLst>
    <p:embeddedFont>
      <p:font typeface="IBM Plex Sans Arabic" panose="020B0604020202020204" charset="-78"/>
      <p:regular r:id="rId8"/>
      <p:bold r:id="rId9"/>
    </p:embeddedFont>
    <p:embeddedFont>
      <p:font typeface="IBM Plex Sans Arabic Medium" panose="020B0604020202020204" charset="-78"/>
      <p:regular r:id="rId10"/>
      <p:bold r:id="rId11"/>
    </p:embeddedFont>
    <p:embeddedFont>
      <p:font typeface="IBM Plex Sans Arabic SemiBold" panose="020B0604020202020204" charset="-78"/>
      <p:regular r:id="rId12"/>
      <p:bold r:id="rId13"/>
    </p:embeddedFont>
    <p:embeddedFont>
      <p:font typeface="Tajawal" panose="020B0604020202020204" charset="-78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4" y="207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12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58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40330" cy="5143500"/>
          </a:xfrm>
          <a:prstGeom prst="rect">
            <a:avLst/>
          </a:prstGeom>
          <a:solidFill>
            <a:srgbClr val="0A2020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2633472" y="48006"/>
            <a:ext cx="13716" cy="5026914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1714" cy="6858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377190" y="377190"/>
            <a:ext cx="925830" cy="377190"/>
          </a:xfrm>
          <a:prstGeom prst="roundRect">
            <a:avLst>
              <a:gd name="adj" fmla="val 49091"/>
            </a:avLst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377190" y="377190"/>
            <a:ext cx="9258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8610" y="99441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377190" y="2091690"/>
            <a:ext cx="22631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377190" y="4114800"/>
            <a:ext cx="178308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77190" y="421767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77190" y="442341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48940" y="692658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188970" y="864108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188970" y="86410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03320" y="795528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526280" y="795528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work (CPU, memory, storage)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4389120" y="829818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2948940" y="1460754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3188970" y="1632204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188970" y="163220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03320" y="1563624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526280" y="1563624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problems down into steps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389120" y="1597914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2948940" y="2228850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3188970" y="2400300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188970" y="24003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03320" y="233172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526280" y="2331720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and writing out algorithms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4389120" y="2366010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2948940" y="2996946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3188970" y="3168396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3188970" y="3168396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703320" y="3099816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4526280" y="3099816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— if / else / when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4389120" y="3134106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2948940" y="3765042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3188970" y="3936492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3188970" y="3936492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703320" y="3867912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4526280" y="3867912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things over and over (conceptually)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4389120" y="3902202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234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433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32957</TotalTime>
  <Words>72</Words>
  <Application>Microsoft Office PowerPoint</Application>
  <PresentationFormat>On-screen Show (16:9)</PresentationFormat>
  <Paragraphs>26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IBM Plex Sans Arabic Medium</vt:lpstr>
      <vt:lpstr>IBM Plex Sans Arabic</vt:lpstr>
      <vt:lpstr>Calibri</vt:lpstr>
      <vt:lpstr>IBM Plex Sans Arabic SemiBold</vt:lpstr>
      <vt:lpstr>Tajawal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258</cp:revision>
  <dcterms:modified xsi:type="dcterms:W3CDTF">2026-04-25T07:58:32Z</dcterms:modified>
</cp:coreProperties>
</file>